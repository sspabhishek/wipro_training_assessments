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6541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2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49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76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3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7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7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1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65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79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88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34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208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86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3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17-Dec-25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3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2886" y="127000"/>
            <a:ext cx="7772400" cy="1016001"/>
          </a:xfrm>
        </p:spPr>
        <p:txBody>
          <a:bodyPr>
            <a:normAutofit/>
          </a:bodyPr>
          <a:lstStyle/>
          <a:p>
            <a:r>
              <a:rPr dirty="0"/>
              <a:t>Basics of Git &amp; GitHub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0956" y="2155371"/>
            <a:ext cx="6874329" cy="3516085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Understanding Version Control System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Git vs GitHub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Common Git Commands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/>
          </a:p>
          <a:p>
            <a:endParaRPr dirty="0"/>
          </a:p>
          <a:p>
            <a:r>
              <a:rPr dirty="0"/>
              <a:t>Presented </a:t>
            </a:r>
            <a:r>
              <a:rPr lang="en-US" dirty="0"/>
              <a:t>: </a:t>
            </a:r>
            <a:r>
              <a:rPr dirty="0"/>
              <a:t>by Abhishek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326572"/>
            <a:ext cx="7704667" cy="1404256"/>
          </a:xfrm>
        </p:spPr>
        <p:txBody>
          <a:bodyPr/>
          <a:lstStyle/>
          <a:p>
            <a:r>
              <a:rPr dirty="0"/>
              <a:t>What is Version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3080656"/>
            <a:ext cx="7704667" cy="3788229"/>
          </a:xfrm>
        </p:spPr>
        <p:txBody>
          <a:bodyPr/>
          <a:lstStyle/>
          <a:p>
            <a:r>
              <a:rPr dirty="0"/>
              <a:t>System to track changes in files over time</a:t>
            </a:r>
          </a:p>
          <a:p>
            <a:r>
              <a:rPr dirty="0"/>
              <a:t>Allows reverting to previous versions</a:t>
            </a:r>
          </a:p>
          <a:p>
            <a:r>
              <a:rPr dirty="0"/>
              <a:t>Supports multiple developers working together</a:t>
            </a:r>
          </a:p>
          <a:p>
            <a:r>
              <a:rPr dirty="0"/>
              <a:t>Improves code safety and collaboration</a:t>
            </a:r>
          </a:p>
        </p:txBody>
      </p:sp>
      <p:pic>
        <p:nvPicPr>
          <p:cNvPr id="1028" name="Picture 4" descr="Git - About Version Control">
            <a:extLst>
              <a:ext uri="{FF2B5EF4-FFF2-40B4-BE49-F238E27FC236}">
                <a16:creationId xmlns:a16="http://schemas.microsoft.com/office/drawing/2014/main" id="{279718C2-0953-46BE-0EF4-D9323333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634" y="1457325"/>
            <a:ext cx="3436053" cy="236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63638" y="426332"/>
            <a:ext cx="7704667" cy="1981200"/>
          </a:xfrm>
        </p:spPr>
        <p:txBody>
          <a:bodyPr/>
          <a:lstStyle/>
          <a:p>
            <a:r>
              <a:rPr dirty="0"/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342" y="2440188"/>
            <a:ext cx="7704667" cy="3332816"/>
          </a:xfrm>
        </p:spPr>
        <p:txBody>
          <a:bodyPr/>
          <a:lstStyle/>
          <a:p>
            <a:r>
              <a:rPr dirty="0"/>
              <a:t>Distributed version control system</a:t>
            </a:r>
          </a:p>
          <a:p>
            <a:r>
              <a:rPr dirty="0"/>
              <a:t>Tracks source code changes</a:t>
            </a:r>
          </a:p>
          <a:p>
            <a:r>
              <a:rPr dirty="0"/>
              <a:t>Works locally on developer machines</a:t>
            </a:r>
          </a:p>
          <a:p>
            <a:r>
              <a:rPr dirty="0"/>
              <a:t>Created by Linus Torvalds</a:t>
            </a:r>
          </a:p>
        </p:txBody>
      </p:sp>
      <p:pic>
        <p:nvPicPr>
          <p:cNvPr id="2050" name="Picture 2" descr="Git · GitHub">
            <a:extLst>
              <a:ext uri="{FF2B5EF4-FFF2-40B4-BE49-F238E27FC236}">
                <a16:creationId xmlns:a16="http://schemas.microsoft.com/office/drawing/2014/main" id="{EC4D6BBD-0B3D-F049-E0DB-86E70A346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343" y="1416932"/>
            <a:ext cx="1393372" cy="139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69724" y="631372"/>
            <a:ext cx="7704667" cy="1981200"/>
          </a:xfrm>
        </p:spPr>
        <p:txBody>
          <a:bodyPr/>
          <a:lstStyle/>
          <a:p>
            <a:r>
              <a:rPr dirty="0"/>
              <a:t>Why Use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390" y="3303134"/>
            <a:ext cx="7704667" cy="3332816"/>
          </a:xfrm>
        </p:spPr>
        <p:txBody>
          <a:bodyPr/>
          <a:lstStyle/>
          <a:p>
            <a:r>
              <a:rPr dirty="0"/>
              <a:t>Maintains complete code history</a:t>
            </a:r>
          </a:p>
          <a:p>
            <a:r>
              <a:rPr dirty="0"/>
              <a:t>Enables team collaboration</a:t>
            </a:r>
          </a:p>
          <a:p>
            <a:r>
              <a:rPr dirty="0"/>
              <a:t>Supports branching and merging</a:t>
            </a:r>
          </a:p>
          <a:p>
            <a:r>
              <a:rPr dirty="0"/>
              <a:t>Prevents accidental code loss</a:t>
            </a:r>
          </a:p>
        </p:txBody>
      </p:sp>
      <p:pic>
        <p:nvPicPr>
          <p:cNvPr id="3074" name="Picture 2" descr="Learn What Is Git? | Introduction to Git">
            <a:extLst>
              <a:ext uri="{FF2B5EF4-FFF2-40B4-BE49-F238E27FC236}">
                <a16:creationId xmlns:a16="http://schemas.microsoft.com/office/drawing/2014/main" id="{FBE91624-BB66-DD5C-636C-DE545168E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765" y="1922009"/>
            <a:ext cx="475488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9780" y="783771"/>
            <a:ext cx="6798734" cy="664029"/>
          </a:xfrm>
        </p:spPr>
        <p:txBody>
          <a:bodyPr>
            <a:normAutofit fontScale="90000"/>
          </a:bodyPr>
          <a:lstStyle/>
          <a:p>
            <a:r>
              <a:rPr dirty="0"/>
              <a:t>Basic </a:t>
            </a:r>
            <a:r>
              <a:rPr lang="en-US" dirty="0"/>
              <a:t>Terms of Git and GitHub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828" y="2090058"/>
            <a:ext cx="7040637" cy="1400382"/>
          </a:xfrm>
        </p:spPr>
        <p:txBody>
          <a:bodyPr>
            <a:normAutofit/>
          </a:bodyPr>
          <a:lstStyle/>
          <a:p>
            <a:r>
              <a:rPr lang="en-US" sz="1800" dirty="0"/>
              <a:t>A commit is a snapshot of the changes made to the files in the repository at a specific point in time.</a:t>
            </a:r>
          </a:p>
          <a:p>
            <a:r>
              <a:rPr lang="en-US" sz="1800" dirty="0"/>
              <a:t>Commits store information about what was changed, who made the change, and when it was made</a:t>
            </a:r>
            <a:endParaRPr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2C2BD-463E-92D2-43D2-255F8316E0AE}"/>
              </a:ext>
            </a:extLst>
          </p:cNvPr>
          <p:cNvSpPr txBox="1"/>
          <p:nvPr/>
        </p:nvSpPr>
        <p:spPr>
          <a:xfrm>
            <a:off x="982133" y="15360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Arial" panose="020B0604020202020204" pitchFamily="34" charset="0"/>
              </a:rPr>
              <a:t>COMMIT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13087-5DA0-BE64-3917-6133E3170601}"/>
              </a:ext>
            </a:extLst>
          </p:cNvPr>
          <p:cNvSpPr txBox="1"/>
          <p:nvPr/>
        </p:nvSpPr>
        <p:spPr>
          <a:xfrm>
            <a:off x="982133" y="376336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Arial" panose="020B0604020202020204" pitchFamily="34" charset="0"/>
              </a:rPr>
              <a:t>BRANCH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D7314A-7D08-3884-4CDB-0EFCA2041034}"/>
              </a:ext>
            </a:extLst>
          </p:cNvPr>
          <p:cNvSpPr txBox="1"/>
          <p:nvPr/>
        </p:nvSpPr>
        <p:spPr>
          <a:xfrm>
            <a:off x="982133" y="4299859"/>
            <a:ext cx="67987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The branch concept in GIT is like You can create a branch to work on new features or fix issues without disrupting the main code.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If your changes in the branch are good, you can merge them into the main code. If not, you can make improvements without affecting the main codebase.</a:t>
            </a:r>
            <a:endParaRPr lang="en-IN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551" y="191687"/>
            <a:ext cx="7704667" cy="1099456"/>
          </a:xfrm>
        </p:spPr>
        <p:txBody>
          <a:bodyPr/>
          <a:lstStyle/>
          <a:p>
            <a:r>
              <a:rPr dirty="0"/>
              <a:t>Common 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219" y="3333497"/>
            <a:ext cx="7704667" cy="3332816"/>
          </a:xfrm>
        </p:spPr>
        <p:txBody>
          <a:bodyPr/>
          <a:lstStyle/>
          <a:p>
            <a:r>
              <a:rPr dirty="0"/>
              <a:t>git </a:t>
            </a:r>
            <a:r>
              <a:rPr dirty="0" err="1"/>
              <a:t>init</a:t>
            </a:r>
            <a:r>
              <a:rPr dirty="0"/>
              <a:t> – Initialize repository</a:t>
            </a:r>
          </a:p>
          <a:p>
            <a:r>
              <a:rPr dirty="0"/>
              <a:t>git clone – Copy repository</a:t>
            </a:r>
          </a:p>
          <a:p>
            <a:r>
              <a:rPr dirty="0"/>
              <a:t>git status – Check changes</a:t>
            </a:r>
          </a:p>
          <a:p>
            <a:r>
              <a:rPr dirty="0"/>
              <a:t>git add – Stage files</a:t>
            </a:r>
          </a:p>
          <a:p>
            <a:r>
              <a:rPr dirty="0"/>
              <a:t>git commit – Save snapshot</a:t>
            </a:r>
          </a:p>
        </p:txBody>
      </p:sp>
      <p:pic>
        <p:nvPicPr>
          <p:cNvPr id="6146" name="Picture 2" descr="Git Tutorial - GeeksforGeeks">
            <a:extLst>
              <a:ext uri="{FF2B5EF4-FFF2-40B4-BE49-F238E27FC236}">
                <a16:creationId xmlns:a16="http://schemas.microsoft.com/office/drawing/2014/main" id="{8010A5EE-A05B-84F8-E186-6D25C706C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64" y="1186543"/>
            <a:ext cx="4963885" cy="248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Cloud-based Git repository hosting</a:t>
            </a:r>
          </a:p>
          <a:p>
            <a:r>
              <a:t>Used to store and share code</a:t>
            </a:r>
          </a:p>
          <a:p>
            <a:r>
              <a:t>Supports Pull Requests and Issues</a:t>
            </a:r>
          </a:p>
          <a:p>
            <a:r>
              <a:t>Used widely in software companies</a:t>
            </a:r>
          </a:p>
        </p:txBody>
      </p:sp>
      <p:pic>
        <p:nvPicPr>
          <p:cNvPr id="5122" name="Picture 2" descr="What is GitHub? - Pythia Foundations">
            <a:extLst>
              <a:ext uri="{FF2B5EF4-FFF2-40B4-BE49-F238E27FC236}">
                <a16:creationId xmlns:a16="http://schemas.microsoft.com/office/drawing/2014/main" id="{267228E1-CB75-A15C-D9EA-3EBA45FF1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367" y="1638301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vs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Git: Version control tool (local)</a:t>
            </a:r>
          </a:p>
          <a:p>
            <a:r>
              <a:t>GitHub: Online hosting &amp; collaboration platform</a:t>
            </a:r>
          </a:p>
          <a:p>
            <a:r>
              <a:t>Git tracks changes, GitHub shares them</a:t>
            </a:r>
          </a:p>
        </p:txBody>
      </p:sp>
      <p:pic>
        <p:nvPicPr>
          <p:cNvPr id="4098" name="Picture 2" descr="An Ultimate Guide to Git and Github ...">
            <a:extLst>
              <a:ext uri="{FF2B5EF4-FFF2-40B4-BE49-F238E27FC236}">
                <a16:creationId xmlns:a16="http://schemas.microsoft.com/office/drawing/2014/main" id="{0A47E8C9-53AC-0682-F61E-FE9424187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842" y="1871662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621971"/>
            <a:ext cx="7704667" cy="3332816"/>
          </a:xfrm>
        </p:spPr>
        <p:txBody>
          <a:bodyPr/>
          <a:lstStyle/>
          <a:p>
            <a:r>
              <a:rPr dirty="0"/>
              <a:t>Git manages code versions</a:t>
            </a:r>
          </a:p>
          <a:p>
            <a:r>
              <a:rPr dirty="0"/>
              <a:t>GitHub enables collaboration</a:t>
            </a:r>
          </a:p>
          <a:p>
            <a:r>
              <a:rPr dirty="0"/>
              <a:t>Both are essential for modern development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74</TotalTime>
  <Words>284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Basics of Git &amp; GitHub</vt:lpstr>
      <vt:lpstr>What is Version Control?</vt:lpstr>
      <vt:lpstr>What is Git?</vt:lpstr>
      <vt:lpstr>Why Use Git?</vt:lpstr>
      <vt:lpstr>Basic Terms of Git and GitHub</vt:lpstr>
      <vt:lpstr>Common Git Commands</vt:lpstr>
      <vt:lpstr>What is GitHub?</vt:lpstr>
      <vt:lpstr>Git vs GitHub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Kumar</cp:lastModifiedBy>
  <cp:revision>3</cp:revision>
  <dcterms:created xsi:type="dcterms:W3CDTF">2013-01-27T09:14:16Z</dcterms:created>
  <dcterms:modified xsi:type="dcterms:W3CDTF">2025-12-17T09:56:27Z</dcterms:modified>
  <cp:category/>
</cp:coreProperties>
</file>